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320" r:id="rId4"/>
    <p:sldId id="321" r:id="rId5"/>
    <p:sldId id="305" r:id="rId6"/>
    <p:sldId id="322" r:id="rId7"/>
    <p:sldId id="299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02" r:id="rId35"/>
    <p:sldId id="300" r:id="rId36"/>
    <p:sldId id="306" r:id="rId37"/>
    <p:sldId id="307" r:id="rId38"/>
    <p:sldId id="309" r:id="rId39"/>
    <p:sldId id="323" r:id="rId40"/>
    <p:sldId id="324" r:id="rId41"/>
    <p:sldId id="325" r:id="rId42"/>
    <p:sldId id="326" r:id="rId43"/>
    <p:sldId id="327" r:id="rId44"/>
    <p:sldId id="328" r:id="rId45"/>
    <p:sldId id="315" r:id="rId46"/>
    <p:sldId id="330" r:id="rId47"/>
    <p:sldId id="331" r:id="rId48"/>
    <p:sldId id="329" r:id="rId49"/>
    <p:sldId id="310" r:id="rId50"/>
    <p:sldId id="311" r:id="rId51"/>
    <p:sldId id="308" r:id="rId52"/>
    <p:sldId id="314" r:id="rId53"/>
    <p:sldId id="312" r:id="rId54"/>
    <p:sldId id="313" r:id="rId55"/>
    <p:sldId id="318" r:id="rId56"/>
    <p:sldId id="319" r:id="rId57"/>
    <p:sldId id="303" r:id="rId58"/>
    <p:sldId id="304" r:id="rId59"/>
    <p:sldId id="260" r:id="rId60"/>
    <p:sldId id="301" r:id="rId61"/>
    <p:sldId id="271" r:id="rId62"/>
    <p:sldId id="264" r:id="rId63"/>
    <p:sldId id="263" r:id="rId64"/>
    <p:sldId id="265" r:id="rId65"/>
    <p:sldId id="266" r:id="rId66"/>
    <p:sldId id="267" r:id="rId67"/>
    <p:sldId id="268" r:id="rId68"/>
    <p:sldId id="269" r:id="rId6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BAC96-4031-4798-A173-7F8CF0B3C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4FEDE1-2DDB-4806-A546-7A491A3DE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515C61-5D7F-4DB5-B0A3-18027F4BB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69E97D-8C97-4595-8328-02799FC0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FCB5B6-0759-451A-9AD9-F1C6EDDA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73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2A466-8B89-4258-879A-EAA901D2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2B1C42-94A0-4DD0-90F3-E5095142E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58A623-05F0-4175-B427-C159A0C59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0FC14C-3D0D-4ACC-8B39-901AF8EF6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A6EB8E-D7DB-467B-AD1B-093B3D59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65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E612B-F606-4990-AB3A-EED74A024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975472-2622-489C-A5A7-68252B87D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D6E2E1-6DEA-4FD7-A2F9-972A355E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9726DB-4C44-4F0D-8272-D7603C9F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14AF92-372F-4358-BA5E-BCBB8620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111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9DE77-D22B-481E-87DF-0B11B61A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E250F5-EC63-454C-B0DA-758D99222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7950C6-9E54-47C2-B39B-F4D706F35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D2E77D-91AC-4ABE-A40A-4FB31F2D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152F14-F56F-4613-82EF-83B74D4F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81FC7C-DF27-403C-BDC7-5C814E6F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434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B77AA5-41A6-4BD5-9402-BA2FB93F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C1221A-4828-4DB5-AFD7-0C0FF1D3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457E26-5E98-4280-B1DE-5249A184C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41A201-978E-41F5-9390-866BD315E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6E3B435-30D1-4CD9-A218-D0DDDCEA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7D31ED0-5D08-402C-9A84-6BBCEC03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5AFB18-AA19-4739-90F6-5941B6DF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89F3A6-1FE5-44CB-82AB-CC64114D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9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C4973-35C6-4B5D-BBC4-556CD6AD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D3045FC-3078-4B42-91D2-CD89FCD0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006B21-967D-46BF-BEC1-2DE5D501C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AF2808-F41A-4CB6-BE80-9CE4A169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0881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ECCA6B-B0A4-48F6-B3D6-12DA892B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18D19B-9D9F-4A34-A297-1AFCA8E5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B6ED91-E2F5-4AD1-9690-46EF61B9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138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74420-C278-4576-8339-028164EA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AD0828-918F-4B2A-B08A-48498818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AC0B6C-6EF6-49ED-84E8-0E13C609F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DFB33F-7B90-45A7-A4A0-A7B1EEE3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C740B-3C4F-4E42-9753-1E20A12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83DAD3-890B-463C-B2F3-C6596785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05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83879-3FD2-4866-9249-07539517A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602E068-155C-4486-A91A-26705C8CE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D353D3-B3B2-4E0B-8306-344FD6CA4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FA7E71-B1F4-45F0-B408-6334AA11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23D89E-C6FF-428A-8C4E-37E6F062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E44BA4-A539-4374-9400-8CEBE200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40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EC97F-C235-4D7E-84E5-18A1B7D16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9FEE31-D5C9-4CC0-9D31-A8766D1BD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34AC99-25CB-4922-8E44-F990856F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F2B9EA-DED9-409F-84BA-D7078F6C7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F02EA-5550-4893-8806-EE1DB483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60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3877E53-EE10-4640-8FD9-DBFC08D47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FCE734-A063-462E-B0C8-88A028A44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F510A0-63EE-4C1F-A0FC-58679E81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9CC623-D383-49A5-B9F3-11C6F3130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7A42E2-5285-4614-A69C-C9B55BFE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84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46DC9D-A08D-4890-8348-419C7418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8B277-F75B-452D-B5F8-6458AD6CD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9C6A9C-7CE0-4CD3-93D5-D4288C21D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2516E-90FE-415F-BD3F-193E6507E0D9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44B8B5-6CCC-46DC-BBD5-DFCD9303C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0C2231-FDA7-41D5-89C6-CF5E4D11C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E5719-BA8B-446C-9479-A389E31C22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5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invite/b/6a15f86bab3dfc7f26bf3a98/ATTI6955628b3ba45942f4bb72376f50289b0DE991E8/api-restfull-django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jango-rest-framework.org/" TargetMode="External"/><Relationship Id="rId7" Type="http://schemas.openxmlformats.org/officeDocument/2006/relationships/hyperlink" Target="https://pypi.org/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hyperlink" Target="https://www.djangoproject.com/" TargetMode="Externa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json.asp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98A7B-D917-4E80-856F-C3DA203CA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Laboratório 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988BDC-CE4E-458C-B6BB-8C1ED0D52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26/05/2026 (</a:t>
            </a:r>
            <a:r>
              <a:rPr lang="pt-BR" b="1" dirty="0"/>
              <a:t>valendo 10 pontos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176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0DFE0-C7AD-4CE4-AD81-1D8773EB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Ambientação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294C6D-2B2C-4008-9240-1513655EF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err="1"/>
              <a:t>Insomnia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Python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Django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MySQL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/>
              <a:t>Postgree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248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0" y="814431"/>
            <a:ext cx="4867275" cy="48768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241" y="814431"/>
            <a:ext cx="5711341" cy="4807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2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76262"/>
            <a:ext cx="8534400" cy="570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8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541C4EB-AF7E-418B-AD41-40DF31DD3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38" y="0"/>
            <a:ext cx="109857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60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" y="200787"/>
            <a:ext cx="7497573" cy="1635571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9" y="1992209"/>
            <a:ext cx="10389394" cy="403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8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4E009-E3E6-4626-B75E-8AC9874B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865" y="500062"/>
            <a:ext cx="4632820" cy="1325563"/>
          </a:xfrm>
        </p:spPr>
        <p:txBody>
          <a:bodyPr>
            <a:normAutofit/>
          </a:bodyPr>
          <a:lstStyle/>
          <a:p>
            <a:r>
              <a:rPr lang="pt-BR" sz="2800" dirty="0"/>
              <a:t>Instalação e Teste do </a:t>
            </a:r>
            <a:r>
              <a:rPr lang="pt-BR" sz="2800" dirty="0" err="1"/>
              <a:t>Insomnia</a:t>
            </a:r>
            <a:endParaRPr lang="pt-BR" sz="2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C3AF9-7E97-4CCC-8ADB-8BFC07B4A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68A9E28-0763-4F12-8A76-899065685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04" y="1436789"/>
            <a:ext cx="4716143" cy="14260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FFDB184-1400-4CF7-9F21-068EE9F16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159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A7113-D01C-4150-BA50-3F776197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 a versão </a:t>
            </a:r>
            <a:r>
              <a:rPr lang="pt-BR" dirty="0" err="1"/>
              <a:t>python</a:t>
            </a:r>
            <a:r>
              <a:rPr lang="pt-BR" dirty="0"/>
              <a:t> esta instalada na máquina...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03149A0-3D52-4CF9-8E37-8691887CF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088" y="1690688"/>
            <a:ext cx="10515600" cy="18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1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CBE9EDD-97C3-4934-8861-A5AF1636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26" y="553671"/>
            <a:ext cx="9561774" cy="553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8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6FF55D-7994-463B-8CBE-4FAAB93C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90" y="834961"/>
            <a:ext cx="11719420" cy="495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9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520A96E-B0EC-4FA9-BDAD-A191C6A7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301"/>
            <a:ext cx="12192000" cy="30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82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CE1400-9B76-4725-B6A6-A4832893C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266700"/>
            <a:ext cx="7686675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05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60F3CC3-1E0F-47C0-8F76-0BD2C53A6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181" y="511729"/>
            <a:ext cx="10236943" cy="545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69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F5083F7-3E03-41D0-AA13-AC4407EB5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86" y="998289"/>
            <a:ext cx="10154449" cy="4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9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45955-F641-4FA8-93E3-C0E89DF1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On-Promisse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FF322F-83AA-46D4-9B46-486157154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Servidor criado na própria empresa.</a:t>
            </a:r>
          </a:p>
          <a:p>
            <a:r>
              <a:rPr lang="pt-BR" dirty="0"/>
              <a:t>Ver com Suporte - WS</a:t>
            </a:r>
          </a:p>
          <a:p>
            <a:r>
              <a:rPr lang="pt-BR" dirty="0"/>
              <a:t>Acessar carreta</a:t>
            </a:r>
          </a:p>
        </p:txBody>
      </p:sp>
    </p:spTree>
    <p:extLst>
      <p:ext uri="{BB962C8B-B14F-4D97-AF65-F5344CB8AC3E}">
        <p14:creationId xmlns:p14="http://schemas.microsoft.com/office/powerpoint/2010/main" val="3236839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C211B-5B58-4769-89B6-BC0710BE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 ai?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5C665-5116-451B-8502-E4155556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b="1" dirty="0" err="1"/>
              <a:t>PythonAnywhere</a:t>
            </a:r>
            <a:r>
              <a:rPr lang="pt-BR" dirty="0"/>
              <a:t> — suporte nativo a </a:t>
            </a:r>
            <a:r>
              <a:rPr lang="pt-BR" dirty="0" err="1"/>
              <a:t>Django</a:t>
            </a:r>
            <a:r>
              <a:rPr lang="pt-BR" dirty="0"/>
              <a:t> e MySQL, tudo no navegador. É o mais indicado para ensino justamente por essa combinação pronta. ⚠️ Contas novas (após </a:t>
            </a:r>
            <a:r>
              <a:rPr lang="pt-BR" dirty="0" err="1"/>
              <a:t>jan</a:t>
            </a:r>
            <a:r>
              <a:rPr lang="pt-BR" dirty="0"/>
              <a:t>/2026) não têm mais MySQL no plano gratuito — só contas antigas mantêm o banco.</a:t>
            </a:r>
          </a:p>
          <a:p>
            <a:r>
              <a:rPr lang="pt-BR" b="1" dirty="0"/>
              <a:t>Render</a:t>
            </a:r>
            <a:r>
              <a:rPr lang="pt-BR" dirty="0"/>
              <a:t> — suporta </a:t>
            </a:r>
            <a:r>
              <a:rPr lang="pt-BR" dirty="0" err="1"/>
              <a:t>Django</a:t>
            </a:r>
            <a:r>
              <a:rPr lang="pt-BR" dirty="0"/>
              <a:t> via Docker ou </a:t>
            </a:r>
            <a:r>
              <a:rPr lang="pt-BR" dirty="0" err="1"/>
              <a:t>buildpack</a:t>
            </a:r>
            <a:r>
              <a:rPr lang="pt-BR" dirty="0"/>
              <a:t> Python. O banco gratuito é PostgreSQL (não MySQL nativamente), mas aceita MySQL externo via variável de ambiente.</a:t>
            </a:r>
          </a:p>
          <a:p>
            <a:r>
              <a:rPr lang="pt-BR" b="1" dirty="0"/>
              <a:t>Railway</a:t>
            </a:r>
            <a:r>
              <a:rPr lang="pt-BR" dirty="0"/>
              <a:t> — suporta </a:t>
            </a:r>
            <a:r>
              <a:rPr lang="pt-BR" dirty="0" err="1"/>
              <a:t>Django</a:t>
            </a:r>
            <a:r>
              <a:rPr lang="pt-BR" dirty="0"/>
              <a:t> e tem plugin de MySQL disponível. O plano é crédito-</a:t>
            </a:r>
            <a:r>
              <a:rPr lang="pt-BR" dirty="0" err="1"/>
              <a:t>based</a:t>
            </a:r>
            <a:r>
              <a:rPr lang="pt-BR" dirty="0"/>
              <a:t> ($5/mês), não puramente gratuito.</a:t>
            </a:r>
          </a:p>
          <a:p>
            <a:r>
              <a:rPr lang="pt-BR" b="1" dirty="0"/>
              <a:t>AWS </a:t>
            </a:r>
            <a:r>
              <a:rPr lang="pt-BR" b="1" dirty="0" err="1"/>
              <a:t>Educate</a:t>
            </a:r>
            <a:r>
              <a:rPr lang="pt-BR" b="1" dirty="0"/>
              <a:t> / </a:t>
            </a:r>
            <a:r>
              <a:rPr lang="pt-BR" b="1" dirty="0" err="1"/>
              <a:t>Free</a:t>
            </a:r>
            <a:r>
              <a:rPr lang="pt-BR" b="1" dirty="0"/>
              <a:t> </a:t>
            </a:r>
            <a:r>
              <a:rPr lang="pt-BR" b="1" dirty="0" err="1"/>
              <a:t>Tier</a:t>
            </a:r>
            <a:r>
              <a:rPr lang="pt-BR" dirty="0"/>
              <a:t> — EC2 + RDS (MySQL disponível). No </a:t>
            </a:r>
            <a:r>
              <a:rPr lang="pt-BR" dirty="0" err="1"/>
              <a:t>Free</a:t>
            </a:r>
            <a:r>
              <a:rPr lang="pt-BR" dirty="0"/>
              <a:t> </a:t>
            </a:r>
            <a:r>
              <a:rPr lang="pt-BR" dirty="0" err="1"/>
              <a:t>Tier</a:t>
            </a:r>
            <a:r>
              <a:rPr lang="pt-BR" dirty="0"/>
              <a:t>, o RDS MySQL tem 750h/mês gratuitas por 12 meses. No </a:t>
            </a:r>
            <a:r>
              <a:rPr lang="pt-BR" dirty="0" err="1"/>
              <a:t>Educate</a:t>
            </a:r>
            <a:r>
              <a:rPr lang="pt-BR" dirty="0"/>
              <a:t>, o acesso ao RDS depende do </a:t>
            </a:r>
            <a:r>
              <a:rPr lang="pt-BR" dirty="0" err="1"/>
              <a:t>template</a:t>
            </a:r>
            <a:r>
              <a:rPr lang="pt-BR" dirty="0"/>
              <a:t> do professor.</a:t>
            </a:r>
          </a:p>
          <a:p>
            <a:r>
              <a:rPr lang="pt-BR" b="1" dirty="0"/>
              <a:t>Azure for </a:t>
            </a:r>
            <a:r>
              <a:rPr lang="pt-BR" b="1" dirty="0" err="1"/>
              <a:t>Students</a:t>
            </a:r>
            <a:r>
              <a:rPr lang="pt-BR" dirty="0"/>
              <a:t> — App Service (suporta </a:t>
            </a:r>
            <a:r>
              <a:rPr lang="pt-BR" dirty="0" err="1"/>
              <a:t>Django</a:t>
            </a:r>
            <a:r>
              <a:rPr lang="pt-BR" dirty="0"/>
              <a:t> via Python) + Azure </a:t>
            </a:r>
            <a:r>
              <a:rPr lang="pt-BR" dirty="0" err="1"/>
              <a:t>Database</a:t>
            </a:r>
            <a:r>
              <a:rPr lang="pt-BR" dirty="0"/>
              <a:t> for MySQL. Os $100 de crédito cobrem os dois serviços tranquilamente por meses.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6371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C967C47-78FD-4FF0-9A0A-2BEEB14BD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82" y="238570"/>
            <a:ext cx="12192000" cy="638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3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28C33E7-4B07-4EA7-BEDB-2549E394A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2" y="1342239"/>
            <a:ext cx="7771785" cy="494841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8ECA023-CF1B-4CEB-8BF6-A71B11659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073" y="75317"/>
            <a:ext cx="7360510" cy="152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40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E4012-76EA-4B2F-A22F-B419B6E2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Vamos de...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88E466-D150-47BD-9631-64E227D0C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Python 3.13</a:t>
            </a:r>
          </a:p>
          <a:p>
            <a:r>
              <a:rPr lang="pt-BR" dirty="0" err="1"/>
              <a:t>Django</a:t>
            </a:r>
            <a:r>
              <a:rPr lang="pt-BR" dirty="0"/>
              <a:t> </a:t>
            </a:r>
            <a:r>
              <a:rPr lang="pt-BR" b="1" dirty="0">
                <a:highlight>
                  <a:srgbClr val="C0C0C0"/>
                </a:highlight>
              </a:rPr>
              <a:t>5.1.3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94687AB-33E2-4029-AAF8-A27E22B01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66" y="1392572"/>
            <a:ext cx="8700411" cy="415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F6837D3-BBA5-4B5C-92E2-9B0EEE96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" y="1606840"/>
            <a:ext cx="12063369" cy="339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57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557892-9649-4192-B147-5BE85FECD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https://www.python.org/downloads/release/python-3130/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B35500-55F0-49D0-8A60-DBD01677E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664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C06EC8B-B2CD-4440-936C-770EC78C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182" y="359721"/>
            <a:ext cx="8959442" cy="56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01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00209CF-AB04-457D-8574-F4F6AE55C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629" y="596274"/>
            <a:ext cx="8942665" cy="551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22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291383B-5FCB-4138-AA23-BC08EB508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98" y="2004969"/>
            <a:ext cx="11306640" cy="281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81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788199-2402-4000-AE1B-07675065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048" y="2418787"/>
            <a:ext cx="2759161" cy="14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6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2A16B91-5C51-49ED-9327-191AC15AD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79" y="2323749"/>
            <a:ext cx="10878040" cy="217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8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CCA68AC-4E63-480C-AA5C-E13245403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19" y="2209404"/>
            <a:ext cx="9063998" cy="190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7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7AF7F65-83F6-4A51-834C-4AD5BFF9D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335" y="2474753"/>
            <a:ext cx="6185975" cy="8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898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FDB2D-89EA-4EDC-96E2-065DEA43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list</a:t>
            </a:r>
            <a:endParaRPr lang="pt-BR" dirty="0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02CABA1-A25A-45FC-9631-5A4225961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125" y="1482675"/>
            <a:ext cx="736282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1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E078A-BB3F-47DE-BE09-B628967E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pip</a:t>
            </a:r>
            <a:r>
              <a:rPr lang="pt-BR" dirty="0"/>
              <a:t> </a:t>
            </a:r>
            <a:r>
              <a:rPr lang="pt-BR" dirty="0" err="1"/>
              <a:t>freeze</a:t>
            </a:r>
            <a:r>
              <a:rPr lang="pt-BR" dirty="0"/>
              <a:t> &gt; requirements.txt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19458B-215E-48AD-B1E6-5F2F822A9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B1BDA9-1B44-468F-BA85-453B2813D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117983" cy="296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3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9E1771B-26AD-4A20-A4DA-DE0E8D9EF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85" y="1241571"/>
            <a:ext cx="9891595" cy="42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1857AE-FDCC-4883-AA29-6D2C6893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418" y="0"/>
            <a:ext cx="9010768" cy="676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5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9810BE-703E-45D6-86C0-A82451DE9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2" y="1807319"/>
            <a:ext cx="6937719" cy="324335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F28058-EFBD-4D0C-9427-C5D26DCD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300" y="1894782"/>
            <a:ext cx="3318020" cy="306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2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86BF922-1E49-4F38-8CEE-BA552BCE4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69" y="335560"/>
            <a:ext cx="11712662" cy="501637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A854E28-068B-4316-B1EA-FCDC57B2D9CE}"/>
              </a:ext>
            </a:extLst>
          </p:cNvPr>
          <p:cNvSpPr/>
          <p:nvPr/>
        </p:nvSpPr>
        <p:spPr>
          <a:xfrm>
            <a:off x="5437230" y="5559533"/>
            <a:ext cx="22974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aceite o convite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2488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B368F-BE82-45DC-9FE0-8EABB65B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19" y="2103437"/>
            <a:ext cx="10515600" cy="1325563"/>
          </a:xfrm>
        </p:spPr>
        <p:txBody>
          <a:bodyPr/>
          <a:lstStyle/>
          <a:p>
            <a:r>
              <a:rPr lang="pt-BR" b="1" dirty="0"/>
              <a:t>Laboratório 02 </a:t>
            </a:r>
            <a:r>
              <a:rPr lang="pt-BR" dirty="0"/>
              <a:t>(01 de Junho)</a:t>
            </a:r>
          </a:p>
        </p:txBody>
      </p:sp>
    </p:spTree>
    <p:extLst>
      <p:ext uri="{BB962C8B-B14F-4D97-AF65-F5344CB8AC3E}">
        <p14:creationId xmlns:p14="http://schemas.microsoft.com/office/powerpoint/2010/main" val="413549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26CFB74-E09F-4196-BB25-59F9E76C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438150"/>
            <a:ext cx="1189672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7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5F93E62-9863-41D8-86D6-22D303719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499"/>
            <a:ext cx="12192000" cy="62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3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24520FA-6854-44C3-9A63-937A5CD27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333375"/>
            <a:ext cx="1205865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1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905" y="1149293"/>
            <a:ext cx="4486674" cy="262238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7533730" y="4175512"/>
            <a:ext cx="2425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hlinkClick r:id="rId3"/>
              </a:rPr>
              <a:t>Django</a:t>
            </a:r>
            <a:r>
              <a:rPr lang="pt-BR" dirty="0">
                <a:hlinkClick r:id="rId3"/>
              </a:rPr>
              <a:t> REST framework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68" y="3479334"/>
            <a:ext cx="5532947" cy="1178698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03201" y="4905355"/>
            <a:ext cx="6009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The web framework for perfectionists with deadlines | Django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68" y="227127"/>
            <a:ext cx="4915949" cy="1585790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358389" y="1833945"/>
            <a:ext cx="29955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>
                <a:hlinkClick r:id="rId7"/>
              </a:rPr>
              <a:t>PyPI</a:t>
            </a:r>
            <a:r>
              <a:rPr lang="pt-BR" dirty="0">
                <a:hlinkClick r:id="rId7"/>
              </a:rPr>
              <a:t> · O Python </a:t>
            </a:r>
            <a:r>
              <a:rPr lang="pt-BR" dirty="0" err="1">
                <a:hlinkClick r:id="rId7"/>
              </a:rPr>
              <a:t>Package</a:t>
            </a:r>
            <a:r>
              <a:rPr lang="pt-BR" dirty="0">
                <a:hlinkClick r:id="rId7"/>
              </a:rPr>
              <a:t> Index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4999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046" y="2424418"/>
            <a:ext cx="7068848" cy="178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3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93" y="1677448"/>
            <a:ext cx="3876675" cy="23622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B1857AE-FDCC-4883-AA29-6D2C68932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666" y="411061"/>
            <a:ext cx="6140469" cy="461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3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7" y="486562"/>
            <a:ext cx="8074257" cy="684052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57" y="1356656"/>
            <a:ext cx="3846862" cy="493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8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138237"/>
            <a:ext cx="782955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467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030" y="2181139"/>
            <a:ext cx="8077973" cy="205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3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0ABE62B-17C9-4E74-A9DA-E6BEA248D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57" y="494951"/>
            <a:ext cx="5478871" cy="368610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028" y="618184"/>
            <a:ext cx="6368192" cy="337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76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urls.py do setup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" y="1758156"/>
            <a:ext cx="9239250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15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16" y="855441"/>
            <a:ext cx="6795082" cy="448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51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7" y="430984"/>
            <a:ext cx="11181422" cy="222832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75" y="3037470"/>
            <a:ext cx="4029075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3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1CDE8F9-5A5A-4666-8B5A-B50F92BD7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80975"/>
            <a:ext cx="1165860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7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2213D8F-1E01-40DB-B114-7913C7651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338137"/>
            <a:ext cx="1175385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39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B1136A5-3C7F-4C3D-AF77-DE3FDA5D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857"/>
            <a:ext cx="12192000" cy="63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6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6A139C-85A7-4988-8B67-8DA7F97FD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080" y="1959857"/>
            <a:ext cx="7534275" cy="204787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1E8F453-D309-4AE7-B281-0E98C6544281}"/>
              </a:ext>
            </a:extLst>
          </p:cNvPr>
          <p:cNvSpPr/>
          <p:nvPr/>
        </p:nvSpPr>
        <p:spPr>
          <a:xfrm>
            <a:off x="3832827" y="4150345"/>
            <a:ext cx="3047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3"/>
              </a:rPr>
              <a:t>ESTUDE OU REVISE JSON AQUI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526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077AF70-B35C-410E-8556-A3CCC53C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43" y="109298"/>
            <a:ext cx="10333314" cy="643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94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7449B7C-0D5B-4015-B518-9C49EC89B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209550"/>
            <a:ext cx="1083945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318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E536E07-DE83-41E7-8A0C-1B08B67C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2" y="52387"/>
            <a:ext cx="1134427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729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C3B755-1497-4E51-9F3B-38745BA8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314325"/>
            <a:ext cx="1121092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696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3CEEB7E-ACCF-496D-83DE-B7E32055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005137"/>
            <a:ext cx="107823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3259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74B8355-029C-42C2-8F25-831E73A2D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9" y="1832736"/>
            <a:ext cx="11593860" cy="321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045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27610-8D1A-4381-98F6-E959F8CB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Django</a:t>
            </a:r>
            <a:r>
              <a:rPr lang="pt-BR" dirty="0"/>
              <a:t> REST Framework (DRF)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44AC04-182C-4F33-AFB4-D8823EE0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</a:t>
            </a:r>
            <a:r>
              <a:rPr lang="pt-BR" dirty="0" err="1"/>
              <a:t>Django</a:t>
            </a:r>
            <a:r>
              <a:rPr lang="pt-BR" dirty="0"/>
              <a:t> REST Framework (DRF) é uma poderosa extensão do framework web </a:t>
            </a:r>
            <a:r>
              <a:rPr lang="pt-BR" dirty="0" err="1"/>
              <a:t>Django</a:t>
            </a:r>
            <a:r>
              <a:rPr lang="pt-BR" dirty="0"/>
              <a:t> para Python, projetada especificamente para facilitar a criação de APIs </a:t>
            </a:r>
            <a:r>
              <a:rPr lang="pt-BR" dirty="0" err="1"/>
              <a:t>RESTful</a:t>
            </a:r>
            <a:r>
              <a:rPr lang="pt-BR" dirty="0"/>
              <a:t> de forma eficiente e escalável.</a:t>
            </a:r>
          </a:p>
          <a:p>
            <a:pPr algn="just"/>
            <a:r>
              <a:rPr lang="pt-BR" dirty="0"/>
              <a:t>Assim como Python é conhecido por sua simplicidade e versatilidade, este framework herda tais características, permitindo às pessoas desenvolvedoras construir APIs robustas com facilidade, seguindo as melhores práticas da arquitetura REST.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8357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B5A1D6E-C0F8-4872-A7B6-33D7C752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599"/>
            <a:ext cx="12192000" cy="625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081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3F1D0-C57C-44FA-8E92-CF757065B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Ok. </a:t>
            </a:r>
            <a:r>
              <a:rPr lang="pt-BR" dirty="0" err="1"/>
              <a:t>Hands</a:t>
            </a:r>
            <a:r>
              <a:rPr lang="pt-BR" dirty="0"/>
              <a:t> </a:t>
            </a:r>
            <a:r>
              <a:rPr lang="pt-BR" dirty="0" err="1"/>
              <a:t>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4D550E-C957-4B97-88E0-4E2B70398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err="1"/>
              <a:t>django</a:t>
            </a:r>
            <a:r>
              <a:rPr lang="pt-BR" dirty="0"/>
              <a:t>-admin </a:t>
            </a:r>
            <a:r>
              <a:rPr lang="pt-BR" dirty="0" err="1"/>
              <a:t>startproject</a:t>
            </a:r>
            <a:r>
              <a:rPr lang="pt-BR" dirty="0"/>
              <a:t> setup .</a:t>
            </a:r>
          </a:p>
        </p:txBody>
      </p:sp>
    </p:spTree>
    <p:extLst>
      <p:ext uri="{BB962C8B-B14F-4D97-AF65-F5344CB8AC3E}">
        <p14:creationId xmlns:p14="http://schemas.microsoft.com/office/powerpoint/2010/main" val="42507186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5D930E8-A151-461C-B9AD-876D424F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97" y="2568735"/>
            <a:ext cx="8239427" cy="86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5747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C520C43-3E15-4710-B783-E46059D56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1" y="87779"/>
            <a:ext cx="3629025" cy="47529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C3D36EA-E8E5-4167-B3FE-94CEB09F1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556" y="1052511"/>
            <a:ext cx="3887934" cy="47529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87E3E90-1DA3-42C6-8FD0-44FF583CF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242" y="2109678"/>
            <a:ext cx="4777227" cy="45513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48117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CA82F63-F82B-4E0C-961D-63A06DA22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916" y="186870"/>
            <a:ext cx="7675925" cy="638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764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7C7A7CE-3639-4A01-826E-BCA389481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361950"/>
            <a:ext cx="760095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020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BDF3321-8B83-4556-ADDC-D2237A64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348" y="1625056"/>
            <a:ext cx="9818413" cy="3607888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59988D7-02BC-485D-B318-292DC37D5E69}"/>
              </a:ext>
            </a:extLst>
          </p:cNvPr>
          <p:cNvSpPr txBox="1"/>
          <p:nvPr/>
        </p:nvSpPr>
        <p:spPr>
          <a:xfrm>
            <a:off x="4060272" y="587229"/>
            <a:ext cx="2879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Continuação da classe Curso</a:t>
            </a:r>
          </a:p>
        </p:txBody>
      </p:sp>
    </p:spTree>
    <p:extLst>
      <p:ext uri="{BB962C8B-B14F-4D97-AF65-F5344CB8AC3E}">
        <p14:creationId xmlns:p14="http://schemas.microsoft.com/office/powerpoint/2010/main" val="7287382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CD4FA95-D936-481E-898D-E20132F0B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180975"/>
            <a:ext cx="92392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721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2F626E-D47F-4277-9CE0-243DA5C0D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071" y="420443"/>
            <a:ext cx="9630560" cy="587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162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355</Words>
  <Application>Microsoft Office PowerPoint</Application>
  <PresentationFormat>Widescreen</PresentationFormat>
  <Paragraphs>39</Paragraphs>
  <Slides>68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68</vt:i4>
      </vt:variant>
    </vt:vector>
  </HeadingPairs>
  <TitlesOfParts>
    <vt:vector size="72" baseType="lpstr">
      <vt:lpstr>Arial</vt:lpstr>
      <vt:lpstr>Calibri</vt:lpstr>
      <vt:lpstr>Calibri Light</vt:lpstr>
      <vt:lpstr>Tema do Office</vt:lpstr>
      <vt:lpstr>Laboratório 01</vt:lpstr>
      <vt:lpstr>Ambientação</vt:lpstr>
      <vt:lpstr>Apresentação do PowerPoint</vt:lpstr>
      <vt:lpstr>Apresentação do PowerPoint</vt:lpstr>
      <vt:lpstr>Apresentação do PowerPoint</vt:lpstr>
      <vt:lpstr>Apresentação do PowerPoint</vt:lpstr>
      <vt:lpstr>Instalação e Teste do Insomnia</vt:lpstr>
      <vt:lpstr>Qual a versão python esta instalada na máquina...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On-Promisse</vt:lpstr>
      <vt:lpstr>E ai?</vt:lpstr>
      <vt:lpstr>Apresentação do PowerPoint</vt:lpstr>
      <vt:lpstr>Apresentação do PowerPoint</vt:lpstr>
      <vt:lpstr>Vamos de...</vt:lpstr>
      <vt:lpstr>Apresentação do PowerPoint</vt:lpstr>
      <vt:lpstr>https://www.python.org/downloads/release/python-3130/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pip list</vt:lpstr>
      <vt:lpstr>pip freeze &gt; requirements.txt</vt:lpstr>
      <vt:lpstr>Apresentação do PowerPoint</vt:lpstr>
      <vt:lpstr>Apresentação do PowerPoint</vt:lpstr>
      <vt:lpstr>Apresentação do PowerPoint</vt:lpstr>
      <vt:lpstr>Apresentação do PowerPoint</vt:lpstr>
      <vt:lpstr>Laboratório 02 (01 de Junho)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No urls.py do setup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Django REST Framework (DRF)</vt:lpstr>
      <vt:lpstr>Apresentação do PowerPoint</vt:lpstr>
      <vt:lpstr>Ok. Hands 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Laboratório</dc:title>
  <dc:creator>ALUNO</dc:creator>
  <cp:lastModifiedBy>Romulo Cesar Silvestre Leite</cp:lastModifiedBy>
  <cp:revision>21</cp:revision>
  <dcterms:created xsi:type="dcterms:W3CDTF">2026-05-26T18:55:28Z</dcterms:created>
  <dcterms:modified xsi:type="dcterms:W3CDTF">2026-05-27T00:55:58Z</dcterms:modified>
</cp:coreProperties>
</file>